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F2B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CodeRAG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Codebase Context Engine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 Coding Agents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 agentom AI pełny wgląd w Twój kod,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dokumentację i backlog projektu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Luty 2026  |  Koncepcja produktu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 AI kodują na ślepo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680960" cy="7132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08760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8249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581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Każda sesja od nowa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0" y="15636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musi za każdym razem eksplorować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tracąc czas i tokeny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2258568"/>
            <a:ext cx="7680960" cy="7132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258568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3230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331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cross-repo awareness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23134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nie wie o zmianach w API backendu;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widzi tylko jeden fragment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520" y="3008376"/>
            <a:ext cx="7680960" cy="7132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008376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8211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3081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Odcięcie od kontekstu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0" y="3063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w Jirze, docs w Confluence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nie ma do nich dostępu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31520" y="3758184"/>
            <a:ext cx="7680960" cy="713232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3758184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319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38313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Naiwne wyszukiwanie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0" y="38130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Grep/keyword nie rozumie semantyki kodu;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surowego kodu daje słabe wyniki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85%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 developerów używa AI,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ale context management to wciąż #1 bottleneck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Rozwiązanie: CodeRAG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Inteligentny silnik kontekstowy dla agentów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0020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714500"/>
            <a:ext cx="274320" cy="27432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71450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Chunking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" y="2441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Chunkowanie oparte na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Tree-sitter, nie po liniach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74720" y="14173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0" y="160020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1714500"/>
            <a:ext cx="274320" cy="27432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171450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1188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3611880" y="2441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BM25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re-rankerem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6217920" y="141732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1714500"/>
            <a:ext cx="274320" cy="27432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714500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35508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355080" y="24414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protokół dla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wszystkich agentów AI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731520" y="31089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" y="3406140"/>
            <a:ext cx="274320" cy="274320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3406140"/>
            <a:ext cx="274320" cy="2743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686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868680" y="4133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Domyślnie 100%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lokalne działanie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3474720" y="31089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3657600" y="329184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1900" y="3406140"/>
            <a:ext cx="274320" cy="274320"/>
          </a:xfrm>
          <a:prstGeom prst="rect">
            <a:avLst/>
          </a:prstGeom>
        </p:spPr>
      </p:pic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1900" y="3406140"/>
            <a:ext cx="274320" cy="274320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36118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3611880" y="4133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+ backlog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dokumentacja razem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6217920" y="3108960"/>
            <a:ext cx="24688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25"/>
          <p:cNvSpPr/>
          <p:nvPr/>
        </p:nvSpPr>
        <p:spPr>
          <a:xfrm>
            <a:off x="6400800" y="329184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406140"/>
            <a:ext cx="274320" cy="274320"/>
          </a:xfrm>
          <a:prstGeom prst="rect">
            <a:avLst/>
          </a:prstGeom>
        </p:spPr>
      </p:pic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5100" y="3406140"/>
            <a:ext cx="274320" cy="27432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35508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300" dirty="0"/>
          </a:p>
        </p:txBody>
      </p:sp>
      <p:sp>
        <p:nvSpPr>
          <p:cNvPr id="41" name="Text 27"/>
          <p:cNvSpPr/>
          <p:nvPr/>
        </p:nvSpPr>
        <p:spPr>
          <a:xfrm>
            <a:off x="6355080" y="4133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Reindeksacja tylko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zmienionych plików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 działa CodeRAG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554480" cy="274320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03120" y="1143000"/>
            <a:ext cx="1554480" cy="274320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14300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265176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651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enrichment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840480" y="1143000"/>
            <a:ext cx="1554480" cy="274320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114300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3192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index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zależ-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ności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4924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577840" y="1143000"/>
            <a:ext cx="1554480" cy="274320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77840" y="114300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expand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86600" y="2148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315200" y="1143000"/>
            <a:ext cx="1554480" cy="274320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0" y="114300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Shape 33"/>
          <p:cNvSpPr/>
          <p:nvPr/>
        </p:nvSpPr>
        <p:spPr>
          <a:xfrm>
            <a:off x="786384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06640" y="1965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06640" y="2560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przetwarza kod na chunki semantyczne wzbogacone o opisy w języku naturalnym,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poprawia jakość retrieval o rzędy wielkości vs. naiwny embedding surowego kodu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Rynek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4-5 mld $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 AI coding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(2025)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5156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25-27%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Roczny wzrost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(CAGR)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5156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430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Developerów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 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606040"/>
            <a:ext cx="768096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06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 context management to #1 concern developerów na 2026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Krajobraz konkurencyjny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76809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Podejście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 vs CodeRAG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069080"/>
            <a:ext cx="76809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690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Greptile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17520" y="4069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SaaS, code graph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4069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backlog/docs, brak local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4325112"/>
            <a:ext cx="768096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Sourcegraph Cody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4325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RAG, enterprise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4325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Zamknięty, enterprise-only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4581144"/>
            <a:ext cx="76809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81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Continue.dev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17520" y="4581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MCP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4581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pipeline, brak UI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4837176"/>
            <a:ext cx="7680960" cy="25603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837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@Codebase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17520" y="4837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RAG, świetny UX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48371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Zamknięty ekosystem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Unikalna propozycja wartości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CodeRAG łączy 3 wymiary, których żaden konkurent nie pokrywa jednocześnie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651760" cy="292608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26517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1783080"/>
            <a:ext cx="731520" cy="73152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9202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+ backlog + dokumentacja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jednej bazie wektorowej.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widzi pełny obraz projektu.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463040"/>
            <a:ext cx="2651760" cy="292608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463040"/>
            <a:ext cx="265176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Shape 11"/>
          <p:cNvSpPr/>
          <p:nvPr/>
        </p:nvSpPr>
        <p:spPr>
          <a:xfrm>
            <a:off x="4343400" y="1783080"/>
            <a:ext cx="731520" cy="73152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9202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Agent-agnostic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6616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działa z Claude Code,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CLI, Cursor, Continue.dev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każdym przyszłym agentem.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63640" y="1463040"/>
            <a:ext cx="2651760" cy="292608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63640" y="146304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6"/>
          <p:cNvSpPr/>
          <p:nvPr/>
        </p:nvSpPr>
        <p:spPr>
          <a:xfrm>
            <a:off x="7223760" y="178308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202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4652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4652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lokalnie (Ollama + LanceDB),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chmurze (team), lub on-premise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(enterprise). Privacy-first.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 — Minimum Viable Product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tygodni do publicznego release | 1-2 developerów + agenci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MVP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4208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Single-repo indexing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5681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chunking (Tree-sitter, 10 języków)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4942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212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enrichment chunków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54203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2505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Lokalne embedding (Ollama)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83464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8720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 vector store (zero infra)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127248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8872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(vector + BM25)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419856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18872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(search + context tools)</a:t>
            </a:r>
            <a:endParaRPr lang="en-US" sz="11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712464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188720" y="3675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init / index / search / serve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4754880" y="1234440"/>
            <a:ext cx="3657600" cy="32004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25" name="Text 15"/>
          <p:cNvSpPr/>
          <p:nvPr/>
        </p:nvSpPr>
        <p:spPr>
          <a:xfrm>
            <a:off x="475488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1664208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1208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 support</a:t>
            </a:r>
            <a:endParaRPr lang="en-US" sz="11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1956816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120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ADO / ClickUp integration</a:t>
            </a:r>
            <a:endParaRPr lang="en-US" sz="11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2249424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212080" y="2212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/ SharePoint / Obsidian</a:t>
            </a:r>
            <a:endParaRPr lang="en-US" sz="11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2040" y="2542032"/>
            <a:ext cx="201168" cy="20116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5212080" y="25054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1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2040" y="2834640"/>
            <a:ext cx="201168" cy="20116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5212080" y="27980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&amp; team sharing</a:t>
            </a:r>
            <a:endParaRPr lang="en-US" sz="11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2040" y="3127248"/>
            <a:ext cx="201168" cy="201168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521208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re-ranker</a:t>
            </a:r>
            <a:endParaRPr lang="en-US" sz="110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2040" y="3419856"/>
            <a:ext cx="201168" cy="201168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521208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RBAC / audit log</a:t>
            </a:r>
            <a:endParaRPr lang="en-US" sz="1100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92040" y="3712464"/>
            <a:ext cx="201168" cy="201168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5212080" y="3675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self-hosted</a:t>
            </a:r>
            <a:endParaRPr lang="en-US" sz="1100" dirty="0"/>
          </a:p>
        </p:txBody>
      </p:sp>
      <p:sp>
        <p:nvSpPr>
          <p:cNvPr id="42" name="Shape 24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25"/>
          <p:cNvSpPr/>
          <p:nvPr/>
        </p:nvSpPr>
        <p:spPr>
          <a:xfrm>
            <a:off x="91440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technologiczny</a:t>
            </a:r>
            <a:endParaRPr lang="en-US" sz="1100" dirty="0"/>
          </a:p>
        </p:txBody>
      </p:sp>
      <p:sp>
        <p:nvSpPr>
          <p:cNvPr id="44" name="Text 26"/>
          <p:cNvSpPr/>
          <p:nvPr/>
        </p:nvSpPr>
        <p:spPr>
          <a:xfrm>
            <a:off x="91440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•  Tree-sitter (WASM)  •  Ollama  •  voyage-code-3  •  LanceDB  •  MCP SDK  •  Commander.js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88720" y="2423160"/>
            <a:ext cx="6858000" cy="36576"/>
          </a:xfrm>
          <a:prstGeom prst="rect">
            <a:avLst/>
          </a:prstGeom>
          <a:solidFill>
            <a:srgbClr val="2A4A6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97280"/>
            <a:ext cx="1463040" cy="10515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97280"/>
            <a:ext cx="14630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Tyg. 1-2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80160" y="2331720"/>
            <a:ext cx="201168" cy="20116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Walidacja koncepcji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repo + MCP + Claude Code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1097280"/>
            <a:ext cx="1463040" cy="10515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77440" y="1097280"/>
            <a:ext cx="1463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1188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Tyg. 3-8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6080" y="2331720"/>
            <a:ext cx="201168" cy="20116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2377440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Single-repo, hybrid search,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server, CLI, GitHub release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23360" y="1097280"/>
            <a:ext cx="1463040" cy="10515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23360" y="1097280"/>
            <a:ext cx="146304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0" y="1188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2336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Tyg. 9-16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2331720"/>
            <a:ext cx="201168" cy="20116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Multi-repo, Jira/ADO,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re-ranker, Product Hunt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0" y="1097280"/>
            <a:ext cx="1463040" cy="10515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1097280"/>
            <a:ext cx="1463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1188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&amp; Docs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Tyg. 17-24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331720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Confluence,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SharePoint, team sharing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1097280"/>
            <a:ext cx="1463040" cy="105156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0" y="1097280"/>
            <a:ext cx="1463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1188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0" y="1737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Tyg. 25-36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63840" y="233172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0" y="2697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SSO/RBAC,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SOC2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sukcesu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152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Relevance@5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 (MVP) → &gt; 85% (v1.0)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indeksacji 50k LOC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 → &lt; 2 min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4361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Redukcja kosztów tokenów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0" y="4361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→ 60%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0" y="43616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 (6 mies.)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83680" y="4361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→ 2000+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biznesowy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804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Open-core: darmowy core + płatne zaawansowane features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19659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08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Darmowy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14173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+ hybrid 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132588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325880"/>
            <a:ext cx="19659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508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$19/mies.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926080" y="2286000"/>
            <a:ext cx="14173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24231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embedding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Auto-reindex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hooks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132588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325880"/>
            <a:ext cx="1965960" cy="457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508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$49/mies.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74920" y="2286000"/>
            <a:ext cx="14173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4231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ADO / ClickUp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/ SharePoint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49440" y="1325880"/>
            <a:ext cx="19659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49440" y="1325880"/>
            <a:ext cx="19659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15087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1828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223760" y="2286000"/>
            <a:ext cx="14173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2423160"/>
            <a:ext cx="1691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SAML / RBAC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+ SLA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754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AI-native development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CodeRAG jest budowany w 100% z wykorzystaniem agentów AI (dogfooding)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657600" cy="228600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Tradycyjne podejście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developerów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miesięcy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Wysoki koszt zespołu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Wolne iteracje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657600" cy="2286000"/>
          </a:xfrm>
          <a:prstGeom prst="rect">
            <a:avLst/>
          </a:prstGeom>
          <a:solidFill>
            <a:srgbClr val="0F2040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3657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(CodeRAG)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developerów + agenci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6-9 miesięcy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3-5x szybciej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Natychmiastowy dogfooding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891B2"/>
                </a:solidFill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Szacowany timeline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828800" cy="41148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297680"/>
            <a:ext cx="4572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97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tygodnie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34640" y="4297680"/>
            <a:ext cx="1828800" cy="41148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20" name="Shape 18"/>
          <p:cNvSpPr/>
          <p:nvPr/>
        </p:nvSpPr>
        <p:spPr>
          <a:xfrm>
            <a:off x="2834640" y="4297680"/>
            <a:ext cx="457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2971800" y="4297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tygodni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4297680"/>
            <a:ext cx="1828800" cy="41148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4297680"/>
            <a:ext cx="4572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4297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miesięcy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4297680"/>
            <a:ext cx="1828800" cy="41148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28" name="Shape 26"/>
          <p:cNvSpPr/>
          <p:nvPr/>
        </p:nvSpPr>
        <p:spPr>
          <a:xfrm>
            <a:off x="7040880" y="4297680"/>
            <a:ext cx="457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7178040" y="4297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miesięcy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F2B4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0F2B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CodeRAG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Daj agentom AI pełny wgląd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Twój kod, dokumentację i backlog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Następne kroki: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1.  PoC w 2 tygodnie — walidacja jakości retrieval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2.  MVP w 6-8 tygodni — publiczny release na GitHub
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</a:rPr>
              <a:t>3.  Product Hunt launch z multi-source (Faza 2)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maciek@momc.pl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CodeRAG - Pitch Deck</dc:title>
  <dc:subject>PptxGenJS Presentation</dc:subject>
  <dc:creator>Maciek</dc:creator>
  <cp:lastModifiedBy>Maciek</cp:lastModifiedBy>
  <cp:revision>1</cp:revision>
  <dcterms:created xsi:type="dcterms:W3CDTF">2026-02-21T06:58:25Z</dcterms:created>
  <dcterms:modified xsi:type="dcterms:W3CDTF">2026-02-21T06:58:25Z</dcterms:modified>
</cp:coreProperties>
</file>